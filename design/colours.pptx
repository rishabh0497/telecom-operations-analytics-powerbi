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FA73"/>
    <a:srgbClr val="FF6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848B-451D-5EE7-959B-A897DB16B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AD87BB-A223-39B4-98D1-8C2DAE14A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75FAA-9474-DF72-D9CA-1FE178CFC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9FB-D756-43D9-AEB3-B07C21D12764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0897B-1155-89B0-C5DC-9515F8ACD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8FB87-D29F-C062-9C5E-7ABF9560E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B416-CE0B-468F-80E8-339AE5449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28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DCED5-1099-1479-1DA8-BF4D462C0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533DC-5DDA-2DF8-AB76-6D50EF859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BB99A-D12F-F827-0AE7-790234F41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9FB-D756-43D9-AEB3-B07C21D12764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B0720-6329-C57C-E9B6-5C7F7B684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D7BB4-7778-EC9C-00C8-7FAF75350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B416-CE0B-468F-80E8-339AE5449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88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0C979-2187-4405-6A80-6C4BA11E0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1F66E-6634-734D-F83E-695711D13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B5123-0C47-1BB6-E3E8-7AF8E638B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9FB-D756-43D9-AEB3-B07C21D12764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CC84B-B3F9-695A-CE5F-9EB470A02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C2F1-27E6-E7B7-6C07-7F738BFB6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B416-CE0B-468F-80E8-339AE5449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087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011E7-83F3-49F4-C041-B88D95B7F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1BB54-1726-E535-FA23-13CCDED021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1EEFF4-1C44-5B01-EEE6-4406235A3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A5A88-5A72-C09B-6655-707857C43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9FB-D756-43D9-AEB3-B07C21D12764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B5665-2499-3186-B296-7A922A8EC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7C160-C6F2-F369-C31B-A10C1454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B416-CE0B-468F-80E8-339AE5449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43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9FDD8-4949-A823-BDA5-C410FEA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B53A6-CCDE-C86A-FAE1-8B4470A37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53334-EBAC-44E8-CCE2-6BFB319E7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A2732B-F28A-4CB3-3F3E-C8308CFCC2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3E8281-9A3E-501D-CCE2-0D200E2A0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BF23A-FD98-056F-8C29-B9059AE3B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9FB-D756-43D9-AEB3-B07C21D12764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96AE24-4110-F142-1899-C2D92E44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743E4C-16FF-DC75-D88D-46CCE1735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B416-CE0B-468F-80E8-339AE5449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947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A724-C505-984C-E8B3-A68914710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119E46-CB3F-7B04-F7E1-D0B2E4092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9FB-D756-43D9-AEB3-B07C21D12764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32B2-FA06-6B22-80F8-A962FFC8F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EDDA02-0C78-BF55-D241-7725F0808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B416-CE0B-468F-80E8-339AE5449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02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BA330C-FB36-C6A8-8FBC-0B741C274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9FB-D756-43D9-AEB3-B07C21D12764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744F65-183B-CB2A-799D-34536B46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00724-AA54-51B2-BBB2-F4D0A4F5C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B416-CE0B-468F-80E8-339AE5449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54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8078A-B8E5-887F-4B62-D563B9288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FA596-3C5E-4714-1CF3-984348A0A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C5551-F1E1-705E-B273-F53709D3E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3669D9-2FCF-3F29-B4AA-54B90B307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9FB-D756-43D9-AEB3-B07C21D12764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B3350-BABB-32AD-7BAB-C683763C7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B1FCF-C172-F687-DDAC-87A585DBE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B416-CE0B-468F-80E8-339AE5449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9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37848-11A8-0CFA-0A39-1F25892DF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49D2C-C5CC-43E0-BE88-2F5464EDD6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A55D1-57BE-0DB8-D2FF-10A5B2C73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B8053-162A-0E0B-1674-9ADEE8B3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9FB-D756-43D9-AEB3-B07C21D12764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1CB2B-3DC3-B70F-018B-3218286FC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35A22-B39D-5A47-D4DD-C3CA08488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B416-CE0B-468F-80E8-339AE5449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66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056D-BE74-5EF0-3417-B60BA4B13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11152-DB52-2419-E34A-7B189F474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F6C63-6636-6503-C2EC-61FBE8C5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9FB-D756-43D9-AEB3-B07C21D12764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C727E-1B20-B560-CE70-A0DF15C12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54F7C-EC0A-758E-AABC-4F9C3924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B416-CE0B-468F-80E8-339AE5449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57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320B94-BA30-4C0A-8AA3-39A9C062E1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C1F1E-045F-AFE1-A4AD-8AB98D9DA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6A3CA-AAAB-0BD8-43D6-AD1265B19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9FB-D756-43D9-AEB3-B07C21D12764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4259B-8594-3745-0337-52679FFCE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66B72-7ADC-145F-39E1-EE7A5112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B416-CE0B-468F-80E8-339AE5449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12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9931EE-5C9C-3A65-AEC2-66218A4D1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1A694-7560-5600-4736-E7C95C25D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7CFAB-46B5-739B-EBDD-2526FD8EF6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2B9FB-D756-43D9-AEB3-B07C21D12764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34A4A-F53A-3721-6D39-B51A0B89F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3D4FE-B0E3-7A61-29E7-0183E9220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E3B416-CE0B-468F-80E8-339AE5449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498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9A845C-0202-B6B5-AB0D-4CF0C4CFC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60077"/>
            <a:ext cx="12192000" cy="937846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D1DF8D5-D969-3B3A-4FF9-A922C619F2BA}"/>
              </a:ext>
            </a:extLst>
          </p:cNvPr>
          <p:cNvSpPr/>
          <p:nvPr/>
        </p:nvSpPr>
        <p:spPr>
          <a:xfrm>
            <a:off x="4248727" y="4460985"/>
            <a:ext cx="3398981" cy="868219"/>
          </a:xfrm>
          <a:prstGeom prst="roundRect">
            <a:avLst/>
          </a:prstGeom>
          <a:solidFill>
            <a:srgbClr val="FF63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#FF6347</a:t>
            </a:r>
          </a:p>
        </p:txBody>
      </p:sp>
    </p:spTree>
    <p:extLst>
      <p:ext uri="{BB962C8B-B14F-4D97-AF65-F5344CB8AC3E}">
        <p14:creationId xmlns:p14="http://schemas.microsoft.com/office/powerpoint/2010/main" val="760364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Abdelrahman Abdou</dc:creator>
  <cp:lastModifiedBy>Abdelrahman Abdou</cp:lastModifiedBy>
  <cp:revision>3</cp:revision>
  <dcterms:created xsi:type="dcterms:W3CDTF">2024-07-16T20:41:46Z</dcterms:created>
  <dcterms:modified xsi:type="dcterms:W3CDTF">2024-07-25T21:03:57Z</dcterms:modified>
</cp:coreProperties>
</file>