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51A9"/>
    <a:srgbClr val="D9CEE8"/>
    <a:srgbClr val="E7E0F0"/>
    <a:srgbClr val="6A5C7A"/>
    <a:srgbClr val="C1E5F5"/>
    <a:srgbClr val="A2D8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-24" y="-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C6101-878B-4C39-B32F-997636D0FC0B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13907-60DC-4FD3-9FA5-B4BEE6FEB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868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13907-60DC-4FD3-9FA5-B4BEE6FEB11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269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26E2-92DF-171D-3CD4-3734133E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5F63C-3474-D083-F87D-D9BF91ECF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F06A5-E004-5B12-04F4-67DA872E3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B5DF1-2C3B-091D-AC3E-FA94F2E18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13907-60DC-4FD3-9FA5-B4BEE6FEB1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90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04E4B-22F5-A660-6E0F-0BE76B19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ABCF7-8F56-8B7C-8F7F-039E2A9A8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8BD8E-EDDC-C61A-60DE-2BB275C95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8CE29-87A8-AFFA-449D-42AA8FED2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C13907-60DC-4FD3-9FA5-B4BEE6FEB1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969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A637-3D14-D150-ED6D-E093874A8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4600AA-C6FC-CE33-142D-E203592D1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87734-8142-E4EE-395A-30AE3DE7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03007-053F-7BD9-C585-E1DDB604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BD3B-2A5D-BEB1-01AB-D441BB89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267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A480B-DC3C-05DD-A5AF-48CEAB77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162E-CDC2-E4D5-615A-F2183A4FC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8DFCE-FBBB-266B-555A-81A1552F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C77DB-30BF-1218-9939-1581A8140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C5ECB-1DA3-2C61-47F2-F4FF2B0B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6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5380-6C58-A0D3-DB06-9A9B583A2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2B946-CE6A-77A2-A733-BEC6876AD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B88AA-3590-6F70-DFDC-0D0EEB4E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B2FDD-DDF4-6038-E95C-40329D666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E3DF4-F75E-3E7A-34BC-0F19712C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0843-A816-D4FB-3DB3-42D540FBD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333EE-55EC-5D3E-00F2-8779B0E06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34DA1-A68C-2900-7923-55D86A501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0527D-B160-1D37-265A-01498445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9F038-2BD4-C047-693E-B3B9AE9F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DCBEB-0D94-C275-E6B2-0F2B473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30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1A08A-16E2-9D75-CF6C-B46630F88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6352E-61BB-DE61-905B-6AFDA3276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578637-7020-4381-4776-151516A73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ACF37-68DF-90F6-BFF4-BD7CDBDA8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20508-DFD7-D32D-F773-460FBDF41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81753-4247-45A1-637A-3BF35678F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CCC4B-FB8B-2829-E7B6-7E897240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6CA35-01A3-E51A-637A-95CA1656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8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15C1-274F-4CB0-D74E-9B121216F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50C30-DBE3-F9E7-C997-A24A84A6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94870-2767-0AC0-69B6-E82F4113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BA3F-5944-8880-8EAD-6789D3A9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14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B9674-51BB-95DE-00EA-F1076947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2B442-3340-901A-1ACC-67632A57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E9428-624D-7A94-1135-384E3275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75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7BE7-FAD7-6923-4F9B-ABF8AE34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B5377-E317-8AA6-B4FA-8FE2DA080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B448C-2C91-F41C-91AB-2622E18B3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4393A-A805-781B-B282-2E9A78AE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9D712-1A35-7933-6E22-6B2ACFA5E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9F0D4-44D2-EE7E-0D74-3F98ACAB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064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E5EE-C2B7-71B2-99E2-C2CBD813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8E8D7-5EFA-BCA3-511F-17ABC5D2A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DED57-1278-CE86-1E53-E6E658F3B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85A28-9A5F-263E-8FB6-1DC78449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1B703-83A5-9726-D3A1-FA9B605F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9F75E-640B-CBE6-9A29-2093C923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93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045C3-C5E4-68FC-AFB5-F6535ED6F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6D6E9-30FE-C7BA-DEC3-ABB1E60ED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179E-4F8C-1C08-5CCE-744C6B2B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32E00-4BC7-3A7C-681E-760EA909F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DCAF2-0AFD-8F1A-EC41-EBF06CD00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7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5AE018-175C-62AC-A94A-2886DAABA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424D5-29B3-C3EA-08EE-D9BAB907A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A84E0-600D-2701-EBD5-A7369807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231E5-93BE-51FA-70F8-42A52AE2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F09F1-2B91-6778-533D-471ED486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58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ED7E7-2E73-9D4B-1099-26B126771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8F79D-8C36-B0D2-C3F2-6CED08521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4EBBD-05B9-5F99-8BA8-D1D7D42DE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D8641-79ED-4FEF-AB3B-E4F99496B802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30968-7E0D-1D24-AC74-5190F337C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132B-73C8-71E8-5939-7FCDC6CA8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35234-AD23-4653-AD4B-DA90F9585B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851A9"/>
            </a:gs>
            <a:gs pos="21000">
              <a:srgbClr val="A2D8F0"/>
            </a:gs>
            <a:gs pos="80000">
              <a:srgbClr val="C1E5F5"/>
            </a:gs>
            <a:gs pos="100000">
              <a:srgbClr val="6A5C7A"/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D2B6A4-31E3-625B-6EAC-57CE19B9FE9C}"/>
              </a:ext>
            </a:extLst>
          </p:cNvPr>
          <p:cNvSpPr/>
          <p:nvPr/>
        </p:nvSpPr>
        <p:spPr>
          <a:xfrm>
            <a:off x="102000" y="195084"/>
            <a:ext cx="11988000" cy="6300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BB0946-7EF3-6F09-DB32-F8490207313B}"/>
              </a:ext>
            </a:extLst>
          </p:cNvPr>
          <p:cNvSpPr/>
          <p:nvPr/>
        </p:nvSpPr>
        <p:spPr>
          <a:xfrm>
            <a:off x="208527" y="343080"/>
            <a:ext cx="795600" cy="5904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80B42C-09AC-CBAC-16D7-333A7C42F211}"/>
              </a:ext>
            </a:extLst>
          </p:cNvPr>
          <p:cNvSpPr/>
          <p:nvPr/>
        </p:nvSpPr>
        <p:spPr>
          <a:xfrm>
            <a:off x="1141263" y="361350"/>
            <a:ext cx="3517200" cy="5904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879F68-78B8-1C0E-3A65-F85EAC1E2EA6}"/>
              </a:ext>
            </a:extLst>
          </p:cNvPr>
          <p:cNvSpPr/>
          <p:nvPr/>
        </p:nvSpPr>
        <p:spPr>
          <a:xfrm>
            <a:off x="4804737" y="374416"/>
            <a:ext cx="7006926" cy="5904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CD3F381-93F9-7099-6CC2-0E2C383F3116}"/>
              </a:ext>
            </a:extLst>
          </p:cNvPr>
          <p:cNvSpPr/>
          <p:nvPr/>
        </p:nvSpPr>
        <p:spPr>
          <a:xfrm>
            <a:off x="1141263" y="1118015"/>
            <a:ext cx="10670400" cy="1345425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424C6A-0BC0-E057-ECA9-E796BABA6FB7}"/>
              </a:ext>
            </a:extLst>
          </p:cNvPr>
          <p:cNvSpPr/>
          <p:nvPr/>
        </p:nvSpPr>
        <p:spPr>
          <a:xfrm>
            <a:off x="1141263" y="2633148"/>
            <a:ext cx="1616400" cy="3697236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6FDDFF-95EA-5315-ECC9-775C0087E236}"/>
              </a:ext>
            </a:extLst>
          </p:cNvPr>
          <p:cNvSpPr/>
          <p:nvPr/>
        </p:nvSpPr>
        <p:spPr>
          <a:xfrm>
            <a:off x="2964663" y="2633148"/>
            <a:ext cx="4068000" cy="1883772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AFD66F-81C7-44DD-CA6A-86BB301143A3}"/>
              </a:ext>
            </a:extLst>
          </p:cNvPr>
          <p:cNvSpPr/>
          <p:nvPr/>
        </p:nvSpPr>
        <p:spPr>
          <a:xfrm>
            <a:off x="7239663" y="2633147"/>
            <a:ext cx="4572000" cy="1883773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95B5D9-5C78-421B-74D2-4C9C5F7DC02B}"/>
              </a:ext>
            </a:extLst>
          </p:cNvPr>
          <p:cNvSpPr/>
          <p:nvPr/>
        </p:nvSpPr>
        <p:spPr>
          <a:xfrm>
            <a:off x="2964663" y="4686626"/>
            <a:ext cx="4068000" cy="1643758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07459D7-8B5A-BD93-5E72-AD7D6BF2EBA0}"/>
              </a:ext>
            </a:extLst>
          </p:cNvPr>
          <p:cNvSpPr/>
          <p:nvPr/>
        </p:nvSpPr>
        <p:spPr>
          <a:xfrm>
            <a:off x="7239663" y="4603536"/>
            <a:ext cx="4572000" cy="1726848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2DBA7C-E196-490B-2E60-9053775AB176}"/>
              </a:ext>
            </a:extLst>
          </p:cNvPr>
          <p:cNvGrpSpPr/>
          <p:nvPr/>
        </p:nvGrpSpPr>
        <p:grpSpPr>
          <a:xfrm>
            <a:off x="98551" y="1207300"/>
            <a:ext cx="590400" cy="1645200"/>
            <a:chOff x="213437" y="1676916"/>
            <a:chExt cx="590400" cy="164520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E9075B90-1511-780D-6C61-0363E25CFC4F}"/>
                </a:ext>
              </a:extLst>
            </p:cNvPr>
            <p:cNvSpPr/>
            <p:nvPr/>
          </p:nvSpPr>
          <p:spPr>
            <a:xfrm rot="5400000">
              <a:off x="-313963" y="2216916"/>
              <a:ext cx="1645200" cy="565200"/>
            </a:xfrm>
            <a:prstGeom prst="round2SameRect">
              <a:avLst/>
            </a:prstGeom>
            <a:solidFill>
              <a:srgbClr val="7851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 descr="Earth globe: Asia and Australia with solid fill">
              <a:extLst>
                <a:ext uri="{FF2B5EF4-FFF2-40B4-BE49-F238E27FC236}">
                  <a16:creationId xmlns:a16="http://schemas.microsoft.com/office/drawing/2014/main" id="{B858E18A-CC7B-365A-98E0-1112A59D6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437" y="2204316"/>
              <a:ext cx="590400" cy="5904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2D16ED4-7888-CF7F-4CD4-D197EF3DFDE0}"/>
              </a:ext>
            </a:extLst>
          </p:cNvPr>
          <p:cNvGrpSpPr/>
          <p:nvPr/>
        </p:nvGrpSpPr>
        <p:grpSpPr>
          <a:xfrm>
            <a:off x="114600" y="3194224"/>
            <a:ext cx="574351" cy="1645200"/>
            <a:chOff x="114600" y="3345084"/>
            <a:chExt cx="574351" cy="1645200"/>
          </a:xfrm>
        </p:grpSpPr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6E83F263-F80C-10EE-540C-5A971FF3C468}"/>
                </a:ext>
              </a:extLst>
            </p:cNvPr>
            <p:cNvSpPr/>
            <p:nvPr/>
          </p:nvSpPr>
          <p:spPr>
            <a:xfrm rot="5400000">
              <a:off x="-425400" y="3885084"/>
              <a:ext cx="1645200" cy="565200"/>
            </a:xfrm>
            <a:prstGeom prst="round2SameRect">
              <a:avLst/>
            </a:prstGeom>
            <a:solidFill>
              <a:srgbClr val="D9CE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3" name="Graphic 22" descr="Call center with solid fill">
              <a:extLst>
                <a:ext uri="{FF2B5EF4-FFF2-40B4-BE49-F238E27FC236}">
                  <a16:creationId xmlns:a16="http://schemas.microsoft.com/office/drawing/2014/main" id="{5E8436F9-8360-2A6D-0E22-A8FF3841A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0473" y="3888445"/>
              <a:ext cx="558478" cy="558478"/>
            </a:xfrm>
            <a:prstGeom prst="rect">
              <a:avLst/>
            </a:prstGeom>
          </p:spPr>
        </p:pic>
      </p:grpSp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DBD8CA49-4667-6B32-50F3-C9C1892038CE}"/>
              </a:ext>
            </a:extLst>
          </p:cNvPr>
          <p:cNvSpPr/>
          <p:nvPr/>
        </p:nvSpPr>
        <p:spPr>
          <a:xfrm rot="5400000">
            <a:off x="-105493" y="5400422"/>
            <a:ext cx="1039368" cy="588164"/>
          </a:xfrm>
          <a:prstGeom prst="round2SameRect">
            <a:avLst/>
          </a:prstGeom>
          <a:solidFill>
            <a:srgbClr val="D9CE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FBB03A-BF19-D6E9-2419-9F6E90A4B9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77" y="5459404"/>
            <a:ext cx="470200" cy="4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7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851A9"/>
            </a:gs>
            <a:gs pos="21000">
              <a:srgbClr val="A2D8F0"/>
            </a:gs>
            <a:gs pos="80000">
              <a:srgbClr val="C1E5F5"/>
            </a:gs>
            <a:gs pos="100000">
              <a:srgbClr val="6A5C7A"/>
            </a:gs>
          </a:gsLst>
          <a:lin ang="42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FF2AFD-DCA0-CC52-2B5E-5D11D8752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A66671-040C-6D79-D1C8-88215C7DD280}"/>
              </a:ext>
            </a:extLst>
          </p:cNvPr>
          <p:cNvSpPr/>
          <p:nvPr/>
        </p:nvSpPr>
        <p:spPr>
          <a:xfrm>
            <a:off x="102000" y="195084"/>
            <a:ext cx="11988000" cy="6300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CED07-BD53-3AF4-BB23-C4A030C6B212}"/>
              </a:ext>
            </a:extLst>
          </p:cNvPr>
          <p:cNvSpPr/>
          <p:nvPr/>
        </p:nvSpPr>
        <p:spPr>
          <a:xfrm>
            <a:off x="270021" y="439056"/>
            <a:ext cx="795600" cy="5904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D5E930-992D-77A8-D07C-AFECFD238079}"/>
              </a:ext>
            </a:extLst>
          </p:cNvPr>
          <p:cNvSpPr/>
          <p:nvPr/>
        </p:nvSpPr>
        <p:spPr>
          <a:xfrm>
            <a:off x="1464436" y="439056"/>
            <a:ext cx="3049691" cy="8928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CC5BD7-C792-824B-5960-89ACF776A40D}"/>
              </a:ext>
            </a:extLst>
          </p:cNvPr>
          <p:cNvSpPr/>
          <p:nvPr/>
        </p:nvSpPr>
        <p:spPr>
          <a:xfrm>
            <a:off x="4912942" y="453600"/>
            <a:ext cx="6966785" cy="8928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FBC5D9-ACBE-E9C1-43BD-F2D95849C39F}"/>
              </a:ext>
            </a:extLst>
          </p:cNvPr>
          <p:cNvSpPr/>
          <p:nvPr/>
        </p:nvSpPr>
        <p:spPr>
          <a:xfrm>
            <a:off x="1465173" y="1612752"/>
            <a:ext cx="5400000" cy="19476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CFEE58-15F2-9ABD-8BD4-62D6FBF3D049}"/>
              </a:ext>
            </a:extLst>
          </p:cNvPr>
          <p:cNvSpPr/>
          <p:nvPr/>
        </p:nvSpPr>
        <p:spPr>
          <a:xfrm>
            <a:off x="1465173" y="3917388"/>
            <a:ext cx="5400000" cy="22968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E4D977-4B1F-6FF2-C9E3-918FE28F65B8}"/>
              </a:ext>
            </a:extLst>
          </p:cNvPr>
          <p:cNvSpPr/>
          <p:nvPr/>
        </p:nvSpPr>
        <p:spPr>
          <a:xfrm>
            <a:off x="7060557" y="1608834"/>
            <a:ext cx="4838219" cy="4601436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279066-10B4-5A93-980D-806EA74DE443}"/>
              </a:ext>
            </a:extLst>
          </p:cNvPr>
          <p:cNvGrpSpPr/>
          <p:nvPr/>
        </p:nvGrpSpPr>
        <p:grpSpPr>
          <a:xfrm>
            <a:off x="102000" y="5170902"/>
            <a:ext cx="588164" cy="1039368"/>
            <a:chOff x="120109" y="5174820"/>
            <a:chExt cx="588164" cy="1039368"/>
          </a:xfrm>
        </p:grpSpPr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7B21BEF7-8781-303C-8784-72ABE5E195FB}"/>
                </a:ext>
              </a:extLst>
            </p:cNvPr>
            <p:cNvSpPr/>
            <p:nvPr/>
          </p:nvSpPr>
          <p:spPr>
            <a:xfrm rot="5400000">
              <a:off x="-105493" y="5400422"/>
              <a:ext cx="1039368" cy="588164"/>
            </a:xfrm>
            <a:prstGeom prst="round2SameRect">
              <a:avLst/>
            </a:prstGeom>
            <a:solidFill>
              <a:srgbClr val="D9CE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28B97AB-E042-E217-88E7-8ADE246DD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273" y="5415504"/>
              <a:ext cx="517548" cy="5175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07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851A9"/>
            </a:gs>
            <a:gs pos="21000">
              <a:srgbClr val="A2D8F0"/>
            </a:gs>
            <a:gs pos="80000">
              <a:srgbClr val="C1E5F5"/>
            </a:gs>
            <a:gs pos="100000">
              <a:srgbClr val="6A5C7A"/>
            </a:gs>
          </a:gsLst>
          <a:lin ang="42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D4717-0A3B-8587-94C5-78CCAF3E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39FF9B-938A-740C-5A29-F3E6099D7595}"/>
              </a:ext>
            </a:extLst>
          </p:cNvPr>
          <p:cNvSpPr/>
          <p:nvPr/>
        </p:nvSpPr>
        <p:spPr>
          <a:xfrm>
            <a:off x="102000" y="195084"/>
            <a:ext cx="11988000" cy="6300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EA728D8-953F-BC64-77B8-30F50F52CD03}"/>
              </a:ext>
            </a:extLst>
          </p:cNvPr>
          <p:cNvSpPr/>
          <p:nvPr/>
        </p:nvSpPr>
        <p:spPr>
          <a:xfrm>
            <a:off x="209898" y="291386"/>
            <a:ext cx="590399" cy="704547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5BDE46-64D7-5934-00AD-CA0FCE21C237}"/>
              </a:ext>
            </a:extLst>
          </p:cNvPr>
          <p:cNvSpPr/>
          <p:nvPr/>
        </p:nvSpPr>
        <p:spPr>
          <a:xfrm>
            <a:off x="1965433" y="291386"/>
            <a:ext cx="9974928" cy="659683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7B49118-656C-901D-BD24-4272145B4384}"/>
              </a:ext>
            </a:extLst>
          </p:cNvPr>
          <p:cNvSpPr/>
          <p:nvPr/>
        </p:nvSpPr>
        <p:spPr>
          <a:xfrm>
            <a:off x="1965435" y="1037556"/>
            <a:ext cx="9974928" cy="1425886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39159E-895A-D2D0-95BB-366184B15809}"/>
              </a:ext>
            </a:extLst>
          </p:cNvPr>
          <p:cNvSpPr/>
          <p:nvPr/>
        </p:nvSpPr>
        <p:spPr>
          <a:xfrm>
            <a:off x="1004127" y="1956216"/>
            <a:ext cx="761611" cy="4455582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0EF82F-A967-2B0C-9DD4-642310942ECA}"/>
              </a:ext>
            </a:extLst>
          </p:cNvPr>
          <p:cNvSpPr/>
          <p:nvPr/>
        </p:nvSpPr>
        <p:spPr>
          <a:xfrm>
            <a:off x="1965433" y="2650112"/>
            <a:ext cx="4860000" cy="1836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82DFA-7292-C9D7-1987-9AEE5BBE5AA5}"/>
              </a:ext>
            </a:extLst>
          </p:cNvPr>
          <p:cNvGrpSpPr/>
          <p:nvPr/>
        </p:nvGrpSpPr>
        <p:grpSpPr>
          <a:xfrm>
            <a:off x="89481" y="2633148"/>
            <a:ext cx="590400" cy="1645200"/>
            <a:chOff x="213437" y="1676916"/>
            <a:chExt cx="590400" cy="1645200"/>
          </a:xfrm>
        </p:grpSpPr>
        <p:sp>
          <p:nvSpPr>
            <p:cNvPr id="14" name="Rectangle: Top Corners Rounded 13">
              <a:extLst>
                <a:ext uri="{FF2B5EF4-FFF2-40B4-BE49-F238E27FC236}">
                  <a16:creationId xmlns:a16="http://schemas.microsoft.com/office/drawing/2014/main" id="{541C4A07-B4E9-3BD6-A211-65C8604CCE86}"/>
                </a:ext>
              </a:extLst>
            </p:cNvPr>
            <p:cNvSpPr/>
            <p:nvPr/>
          </p:nvSpPr>
          <p:spPr>
            <a:xfrm rot="5400000">
              <a:off x="-313963" y="2216916"/>
              <a:ext cx="1645200" cy="565200"/>
            </a:xfrm>
            <a:prstGeom prst="round2SameRect">
              <a:avLst/>
            </a:prstGeom>
            <a:solidFill>
              <a:srgbClr val="7851A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 descr="Earth globe: Asia and Australia with solid fill">
              <a:extLst>
                <a:ext uri="{FF2B5EF4-FFF2-40B4-BE49-F238E27FC236}">
                  <a16:creationId xmlns:a16="http://schemas.microsoft.com/office/drawing/2014/main" id="{A8BACC39-831F-3E5A-0C0F-C5761D316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437" y="2204316"/>
              <a:ext cx="590400" cy="5904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DA20D5-F8AF-7C8F-A227-78225D77366E}"/>
              </a:ext>
            </a:extLst>
          </p:cNvPr>
          <p:cNvGrpSpPr/>
          <p:nvPr/>
        </p:nvGrpSpPr>
        <p:grpSpPr>
          <a:xfrm>
            <a:off x="102081" y="4486112"/>
            <a:ext cx="574351" cy="1645200"/>
            <a:chOff x="114600" y="3345084"/>
            <a:chExt cx="574351" cy="1645200"/>
          </a:xfrm>
        </p:grpSpPr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93B35D69-64DE-6B91-B01A-77C8566B4368}"/>
                </a:ext>
              </a:extLst>
            </p:cNvPr>
            <p:cNvSpPr/>
            <p:nvPr/>
          </p:nvSpPr>
          <p:spPr>
            <a:xfrm rot="5400000">
              <a:off x="-425400" y="3885084"/>
              <a:ext cx="1645200" cy="565200"/>
            </a:xfrm>
            <a:prstGeom prst="round2SameRect">
              <a:avLst/>
            </a:prstGeom>
            <a:solidFill>
              <a:srgbClr val="D9CEE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3" name="Graphic 22" descr="Call center with solid fill">
              <a:extLst>
                <a:ext uri="{FF2B5EF4-FFF2-40B4-BE49-F238E27FC236}">
                  <a16:creationId xmlns:a16="http://schemas.microsoft.com/office/drawing/2014/main" id="{4F4961CC-8A56-810E-96CA-31C36C13C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0473" y="3888445"/>
              <a:ext cx="558478" cy="558478"/>
            </a:xfrm>
            <a:prstGeom prst="rect">
              <a:avLst/>
            </a:prstGeom>
          </p:spPr>
        </p:pic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25C074-9E52-E6D2-FCAA-3858FFA25B94}"/>
              </a:ext>
            </a:extLst>
          </p:cNvPr>
          <p:cNvSpPr/>
          <p:nvPr/>
        </p:nvSpPr>
        <p:spPr>
          <a:xfrm>
            <a:off x="1004126" y="291386"/>
            <a:ext cx="761612" cy="1182651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CDBC8AA-7E99-1922-4EDC-4FFD72235221}"/>
              </a:ext>
            </a:extLst>
          </p:cNvPr>
          <p:cNvSpPr/>
          <p:nvPr/>
        </p:nvSpPr>
        <p:spPr>
          <a:xfrm>
            <a:off x="7103761" y="2601619"/>
            <a:ext cx="4860000" cy="1836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0BFF1B-7B97-0E9B-3F98-71FBD12239A6}"/>
              </a:ext>
            </a:extLst>
          </p:cNvPr>
          <p:cNvSpPr/>
          <p:nvPr/>
        </p:nvSpPr>
        <p:spPr>
          <a:xfrm>
            <a:off x="7103761" y="4575798"/>
            <a:ext cx="4860000" cy="1836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CF06E4-EF34-FF6D-0058-8E69EA76534E}"/>
              </a:ext>
            </a:extLst>
          </p:cNvPr>
          <p:cNvSpPr/>
          <p:nvPr/>
        </p:nvSpPr>
        <p:spPr>
          <a:xfrm>
            <a:off x="1969289" y="4572598"/>
            <a:ext cx="4860000" cy="1836000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E487D1-FB10-9C6A-808C-1D34F777929A}"/>
              </a:ext>
            </a:extLst>
          </p:cNvPr>
          <p:cNvSpPr/>
          <p:nvPr/>
        </p:nvSpPr>
        <p:spPr>
          <a:xfrm>
            <a:off x="152736" y="1696883"/>
            <a:ext cx="704721" cy="732733"/>
          </a:xfrm>
          <a:prstGeom prst="roundRect">
            <a:avLst>
              <a:gd name="adj" fmla="val 3624"/>
            </a:avLst>
          </a:prstGeom>
          <a:solidFill>
            <a:srgbClr val="E7E0F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8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3</Words>
  <Application>Microsoft Office PowerPoint</Application>
  <PresentationFormat>Widescreen</PresentationFormat>
  <Paragraphs>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Rishabh Dua</dc:creator>
  <cp:lastModifiedBy>Rishabh Dua</cp:lastModifiedBy>
  <cp:revision>12</cp:revision>
  <dcterms:created xsi:type="dcterms:W3CDTF">2026-03-20T07:03:17Z</dcterms:created>
  <dcterms:modified xsi:type="dcterms:W3CDTF">2026-03-27T05:28:56Z</dcterms:modified>
</cp:coreProperties>
</file>